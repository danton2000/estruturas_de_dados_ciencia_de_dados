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84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A57EE-7BD1-4DAA-BD23-A564F27ECED6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510A28-09EF-44F2-BC93-7E7DE30F21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1753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4B91686-C955-8ED8-BFF7-1B7F3BC11F27}"/>
              </a:ext>
            </a:extLst>
          </p:cNvPr>
          <p:cNvSpPr/>
          <p:nvPr/>
        </p:nvSpPr>
        <p:spPr>
          <a:xfrm>
            <a:off x="-177800" y="1828800"/>
            <a:ext cx="16840200" cy="167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EA8C13A-00E1-F48E-D3AA-93130E5A81D8}"/>
              </a:ext>
            </a:extLst>
          </p:cNvPr>
          <p:cNvSpPr txBox="1"/>
          <p:nvPr/>
        </p:nvSpPr>
        <p:spPr>
          <a:xfrm>
            <a:off x="1955800" y="1828800"/>
            <a:ext cx="9982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Congenial Black" panose="020F0502020204030204" pitchFamily="2" charset="0"/>
                <a:cs typeface="Aharoni" panose="02010803020104030203" pitchFamily="2" charset="-79"/>
              </a:rPr>
              <a:t>Alunos:</a:t>
            </a:r>
          </a:p>
          <a:p>
            <a:pPr marL="285750" indent="-285750">
              <a:buFontTx/>
              <a:buChar char="-"/>
            </a:pPr>
            <a:r>
              <a:rPr lang="pt-BR" sz="2400" b="1" dirty="0">
                <a:latin typeface="Congenial Black" panose="020F0502020204030204" pitchFamily="2" charset="0"/>
                <a:cs typeface="Aharoni" panose="02010803020104030203" pitchFamily="2" charset="-79"/>
              </a:rPr>
              <a:t>Nata Cardoso</a:t>
            </a:r>
          </a:p>
          <a:p>
            <a:pPr marL="285750" indent="-285750">
              <a:buFontTx/>
              <a:buChar char="-"/>
            </a:pPr>
            <a:r>
              <a:rPr lang="pt-BR" sz="2400" b="1" dirty="0">
                <a:latin typeface="Congenial Black" panose="020F0502020204030204" pitchFamily="2" charset="0"/>
                <a:cs typeface="Aharoni" panose="02010803020104030203" pitchFamily="2" charset="-79"/>
              </a:rPr>
              <a:t>Pedro Cordeiro Júnior</a:t>
            </a:r>
          </a:p>
          <a:p>
            <a:pPr marL="285750" indent="-285750">
              <a:buFontTx/>
              <a:buChar char="-"/>
            </a:pPr>
            <a:r>
              <a:rPr lang="pt-BR" sz="2400" b="1" dirty="0">
                <a:latin typeface="Congenial Black" panose="020F0502020204030204" pitchFamily="2" charset="0"/>
                <a:cs typeface="Aharoni" panose="02010803020104030203" pitchFamily="2" charset="-79"/>
              </a:rPr>
              <a:t>Thiago Barbosa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464B838-DD7F-B94A-6645-018985E1E655}"/>
              </a:ext>
            </a:extLst>
          </p:cNvPr>
          <p:cNvSpPr/>
          <p:nvPr/>
        </p:nvSpPr>
        <p:spPr>
          <a:xfrm>
            <a:off x="14605000" y="8686800"/>
            <a:ext cx="2362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0A8FE5C-F676-D5D2-A895-E1C400242D23}"/>
              </a:ext>
            </a:extLst>
          </p:cNvPr>
          <p:cNvSpPr/>
          <p:nvPr/>
        </p:nvSpPr>
        <p:spPr>
          <a:xfrm>
            <a:off x="14605000" y="8877300"/>
            <a:ext cx="2362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C09864E-FBD5-3BFC-BCFC-BE5D4D3A4F54}"/>
              </a:ext>
            </a:extLst>
          </p:cNvPr>
          <p:cNvSpPr/>
          <p:nvPr/>
        </p:nvSpPr>
        <p:spPr>
          <a:xfrm>
            <a:off x="14605000" y="8686800"/>
            <a:ext cx="2362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382BEF0-4D21-3FEA-04E7-60188133ED96}"/>
              </a:ext>
            </a:extLst>
          </p:cNvPr>
          <p:cNvSpPr/>
          <p:nvPr/>
        </p:nvSpPr>
        <p:spPr>
          <a:xfrm>
            <a:off x="14605000" y="8686800"/>
            <a:ext cx="2362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3ED2AAD-2665-90C6-09D5-08C74559C917}"/>
              </a:ext>
            </a:extLst>
          </p:cNvPr>
          <p:cNvSpPr/>
          <p:nvPr/>
        </p:nvSpPr>
        <p:spPr>
          <a:xfrm>
            <a:off x="14605000" y="8686800"/>
            <a:ext cx="2362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B775520-399F-75FD-CE83-9106D9FE8170}"/>
              </a:ext>
            </a:extLst>
          </p:cNvPr>
          <p:cNvSpPr/>
          <p:nvPr/>
        </p:nvSpPr>
        <p:spPr>
          <a:xfrm>
            <a:off x="14605000" y="8686800"/>
            <a:ext cx="2362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4DA1B3C-D3E2-D18F-6118-3B9F664F35D1}"/>
              </a:ext>
            </a:extLst>
          </p:cNvPr>
          <p:cNvSpPr/>
          <p:nvPr/>
        </p:nvSpPr>
        <p:spPr>
          <a:xfrm>
            <a:off x="14605000" y="8686800"/>
            <a:ext cx="2362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8B994FC-E0C8-5A3C-E1E5-11CA812DED28}"/>
              </a:ext>
            </a:extLst>
          </p:cNvPr>
          <p:cNvSpPr/>
          <p:nvPr/>
        </p:nvSpPr>
        <p:spPr>
          <a:xfrm>
            <a:off x="14605000" y="8686800"/>
            <a:ext cx="2362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66AD879-B8F7-04BE-6830-9D498DEA9447}"/>
              </a:ext>
            </a:extLst>
          </p:cNvPr>
          <p:cNvSpPr/>
          <p:nvPr/>
        </p:nvSpPr>
        <p:spPr>
          <a:xfrm>
            <a:off x="14605000" y="8686800"/>
            <a:ext cx="2362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</Words>
  <Application>Microsoft Office PowerPoint</Application>
  <PresentationFormat>Personalizar</PresentationFormat>
  <Paragraphs>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Congenial Black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THIAGO BARBOSA</cp:lastModifiedBy>
  <cp:revision>4</cp:revision>
  <dcterms:created xsi:type="dcterms:W3CDTF">2006-08-16T00:00:00Z</dcterms:created>
  <dcterms:modified xsi:type="dcterms:W3CDTF">2026-05-11T22:27:18Z</dcterms:modified>
</cp:coreProperties>
</file>