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1466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06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178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402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145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7753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814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3746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87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654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367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973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6886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90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3258D85-DEA6-4CC4-9F2A-BB44C5CD8F0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61978ACC-B515-423C-88E9-BFCE7F3842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45507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BDD9D-6FAB-86AE-2980-CC488378F7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Selection</a:t>
            </a:r>
            <a:r>
              <a:rPr lang="pt-BR" dirty="0"/>
              <a:t> </a:t>
            </a:r>
            <a:r>
              <a:rPr lang="pt-BR" dirty="0" err="1"/>
              <a:t>Sort</a:t>
            </a:r>
            <a:r>
              <a:rPr lang="pt-BR" dirty="0"/>
              <a:t> </a:t>
            </a:r>
            <a:r>
              <a:rPr lang="pt-BR" sz="2000" dirty="0"/>
              <a:t>- Ordenação por Seleção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C70B77-582B-4D3A-2B02-877082DBA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815153"/>
          </a:xfrm>
        </p:spPr>
        <p:txBody>
          <a:bodyPr>
            <a:noAutofit/>
          </a:bodyPr>
          <a:lstStyle/>
          <a:p>
            <a:r>
              <a:rPr lang="pt-BR" sz="1400" dirty="0"/>
              <a:t>Danton Rodrigues</a:t>
            </a:r>
          </a:p>
          <a:p>
            <a:r>
              <a:rPr lang="pt-BR" sz="1400" dirty="0"/>
              <a:t>Humberto Soares</a:t>
            </a:r>
          </a:p>
        </p:txBody>
      </p:sp>
    </p:spTree>
    <p:extLst>
      <p:ext uri="{BB962C8B-B14F-4D97-AF65-F5344CB8AC3E}">
        <p14:creationId xmlns:p14="http://schemas.microsoft.com/office/powerpoint/2010/main" val="1504467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B02DC-F108-467E-1F37-785100EF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Ideia Geral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11DECA-8B09-19B8-C9C3-BCC077E70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 </a:t>
            </a:r>
            <a:r>
              <a:rPr lang="pt-BR" dirty="0" err="1"/>
              <a:t>Selection</a:t>
            </a:r>
            <a:r>
              <a:rPr lang="pt-BR" dirty="0"/>
              <a:t> </a:t>
            </a:r>
            <a:r>
              <a:rPr lang="pt-BR" dirty="0" err="1"/>
              <a:t>Sort</a:t>
            </a:r>
            <a:r>
              <a:rPr lang="pt-BR" dirty="0"/>
              <a:t> é um algoritmo de ordenação simples.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Ele funciona selecionando o menor elemento da parte não ordenada da lista e colocando ele na posição correta.</a:t>
            </a:r>
          </a:p>
        </p:txBody>
      </p:sp>
    </p:spTree>
    <p:extLst>
      <p:ext uri="{BB962C8B-B14F-4D97-AF65-F5344CB8AC3E}">
        <p14:creationId xmlns:p14="http://schemas.microsoft.com/office/powerpoint/2010/main" val="3018108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B02DC-F108-467E-1F37-785100EF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11DECA-8B09-19B8-C9C3-BCC077E70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 </a:t>
            </a:r>
            <a:r>
              <a:rPr lang="pt-BR" dirty="0" err="1"/>
              <a:t>Selection</a:t>
            </a:r>
            <a:r>
              <a:rPr lang="pt-BR" dirty="0"/>
              <a:t> </a:t>
            </a:r>
            <a:r>
              <a:rPr lang="pt-BR" dirty="0" err="1"/>
              <a:t>Sort</a:t>
            </a:r>
            <a:r>
              <a:rPr lang="pt-BR" dirty="0"/>
              <a:t> é um algoritmo de ordenação simples.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Percorre a lista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Encontra o menor valor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Troca com a posição atual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Repete o processo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 marL="0" indent="0">
              <a:buNone/>
            </a:pPr>
            <a:r>
              <a:rPr lang="pt-BR" dirty="0"/>
              <a:t>A cada iteração, um elemento é colocado na posição correta</a:t>
            </a:r>
          </a:p>
        </p:txBody>
      </p:sp>
    </p:spTree>
    <p:extLst>
      <p:ext uri="{BB962C8B-B14F-4D97-AF65-F5344CB8AC3E}">
        <p14:creationId xmlns:p14="http://schemas.microsoft.com/office/powerpoint/2010/main" val="382800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B02DC-F108-467E-1F37-785100EF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</a:t>
            </a:r>
            <a:r>
              <a:rPr lang="pt-BR" sz="2400" b="1" dirty="0"/>
              <a:t>Lista inicial </a:t>
            </a:r>
            <a:r>
              <a:rPr lang="pt-BR" sz="2400" dirty="0"/>
              <a:t>[5, 3, 8, 1, 2]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11DECA-8B09-19B8-C9C3-BCC077E70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123" y="2427514"/>
            <a:ext cx="2901388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/>
              <a:t>Lista inicial : </a:t>
            </a:r>
          </a:p>
          <a:p>
            <a:pPr marL="0" indent="0">
              <a:buNone/>
            </a:pPr>
            <a:r>
              <a:rPr lang="pt-BR" sz="2400" dirty="0"/>
              <a:t>[5, 3, 8, 1, 2]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5D89DB5-F075-D633-88B1-2690DDFF755F}"/>
              </a:ext>
            </a:extLst>
          </p:cNvPr>
          <p:cNvSpPr txBox="1">
            <a:spLocks/>
          </p:cNvSpPr>
          <p:nvPr/>
        </p:nvSpPr>
        <p:spPr>
          <a:xfrm>
            <a:off x="7847295" y="2427515"/>
            <a:ext cx="3744070" cy="36365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/>
              <a:t>2ª rodada:</a:t>
            </a:r>
          </a:p>
          <a:p>
            <a:r>
              <a:rPr lang="pt-BR" dirty="0"/>
              <a:t>Menor valor: 2</a:t>
            </a:r>
          </a:p>
          <a:p>
            <a:r>
              <a:rPr lang="pt-BR" dirty="0"/>
              <a:t>Troca com 3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Saida:</a:t>
            </a:r>
          </a:p>
          <a:p>
            <a:pPr marL="0" indent="0">
              <a:buNone/>
            </a:pPr>
            <a:r>
              <a:rPr lang="pt-BR" dirty="0"/>
              <a:t>[1, 2, 8, 5, 3]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6AFCB438-8AF7-0FC4-A4B5-B45623424A56}"/>
              </a:ext>
            </a:extLst>
          </p:cNvPr>
          <p:cNvSpPr txBox="1">
            <a:spLocks/>
          </p:cNvSpPr>
          <p:nvPr/>
        </p:nvSpPr>
        <p:spPr>
          <a:xfrm>
            <a:off x="3941607" y="2427515"/>
            <a:ext cx="3490134" cy="36365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/>
              <a:t>1ª rodada:</a:t>
            </a:r>
          </a:p>
          <a:p>
            <a:r>
              <a:rPr lang="pt-BR" dirty="0"/>
              <a:t>Menor valor: 1</a:t>
            </a:r>
          </a:p>
          <a:p>
            <a:r>
              <a:rPr lang="pt-BR" dirty="0"/>
              <a:t>Troca com 5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Saida:</a:t>
            </a:r>
          </a:p>
          <a:p>
            <a:pPr marL="0" indent="0">
              <a:buNone/>
            </a:pPr>
            <a:r>
              <a:rPr lang="pt-BR" dirty="0"/>
              <a:t>[1, 3, 8, 5, 2]</a:t>
            </a:r>
          </a:p>
        </p:txBody>
      </p:sp>
    </p:spTree>
    <p:extLst>
      <p:ext uri="{BB962C8B-B14F-4D97-AF65-F5344CB8AC3E}">
        <p14:creationId xmlns:p14="http://schemas.microsoft.com/office/powerpoint/2010/main" val="420913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B02DC-F108-467E-1F37-785100EF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</a:t>
            </a:r>
            <a:r>
              <a:rPr lang="pt-BR" sz="2400" b="1" dirty="0"/>
              <a:t>Lista inicial </a:t>
            </a:r>
            <a:r>
              <a:rPr lang="pt-BR" sz="2400" dirty="0"/>
              <a:t>[5, 3, 8, 1, 2]</a:t>
            </a:r>
            <a:endParaRPr lang="pt-BR" dirty="0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6AFCB438-8AF7-0FC4-A4B5-B45623424A56}"/>
              </a:ext>
            </a:extLst>
          </p:cNvPr>
          <p:cNvSpPr txBox="1">
            <a:spLocks/>
          </p:cNvSpPr>
          <p:nvPr/>
        </p:nvSpPr>
        <p:spPr>
          <a:xfrm>
            <a:off x="6095999" y="3429000"/>
            <a:ext cx="3490134" cy="36365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b="1" dirty="0"/>
              <a:t>Resultado final:</a:t>
            </a:r>
          </a:p>
          <a:p>
            <a:pPr marL="0" indent="0">
              <a:buNone/>
            </a:pPr>
            <a:r>
              <a:rPr lang="pt-BR" sz="2400" b="1" dirty="0"/>
              <a:t>[1, 2, 3, 5, 8]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D32F9950-4B02-6407-544E-34EFFDF1A670}"/>
              </a:ext>
            </a:extLst>
          </p:cNvPr>
          <p:cNvSpPr txBox="1">
            <a:spLocks/>
          </p:cNvSpPr>
          <p:nvPr/>
        </p:nvSpPr>
        <p:spPr>
          <a:xfrm>
            <a:off x="1760319" y="3079101"/>
            <a:ext cx="3490134" cy="36365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/>
              <a:t>3ª rodada:</a:t>
            </a:r>
          </a:p>
          <a:p>
            <a:r>
              <a:rPr lang="pt-BR" dirty="0"/>
              <a:t>Menor valor: 3</a:t>
            </a:r>
          </a:p>
          <a:p>
            <a:r>
              <a:rPr lang="pt-BR" dirty="0"/>
              <a:t>Troca com 8</a:t>
            </a:r>
          </a:p>
          <a:p>
            <a:pPr marL="0" indent="0">
              <a:buNone/>
            </a:pPr>
            <a:r>
              <a:rPr lang="pt-BR" b="1" dirty="0"/>
              <a:t>Saida:</a:t>
            </a:r>
          </a:p>
          <a:p>
            <a:pPr marL="0" indent="0">
              <a:buNone/>
            </a:pPr>
            <a:r>
              <a:rPr lang="pt-BR" dirty="0"/>
              <a:t>[1, 2, 3, 5, 8]</a:t>
            </a:r>
          </a:p>
        </p:txBody>
      </p:sp>
    </p:spTree>
    <p:extLst>
      <p:ext uri="{BB962C8B-B14F-4D97-AF65-F5344CB8AC3E}">
        <p14:creationId xmlns:p14="http://schemas.microsoft.com/office/powerpoint/2010/main" val="2197513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B02DC-F108-467E-1F37-785100EF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 em Python - Função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5CCD2EF-17B9-27CD-DDDE-CAD6E1D6C5C3}"/>
              </a:ext>
            </a:extLst>
          </p:cNvPr>
          <p:cNvSpPr txBox="1"/>
          <p:nvPr/>
        </p:nvSpPr>
        <p:spPr>
          <a:xfrm>
            <a:off x="235323" y="2277158"/>
            <a:ext cx="610048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def</a:t>
            </a:r>
            <a:r>
              <a:rPr lang="pt-BR" dirty="0"/>
              <a:t> </a:t>
            </a:r>
            <a:r>
              <a:rPr lang="pt-BR" dirty="0" err="1"/>
              <a:t>selection_sort</a:t>
            </a:r>
            <a:r>
              <a:rPr lang="pt-BR" dirty="0"/>
              <a:t>(lista):</a:t>
            </a:r>
          </a:p>
          <a:p>
            <a:r>
              <a:rPr lang="pt-BR" dirty="0"/>
              <a:t>    # tamanho da lista</a:t>
            </a:r>
          </a:p>
          <a:p>
            <a:r>
              <a:rPr lang="pt-BR" dirty="0"/>
              <a:t>    n = </a:t>
            </a:r>
            <a:r>
              <a:rPr lang="pt-BR" dirty="0" err="1"/>
              <a:t>len</a:t>
            </a:r>
            <a:r>
              <a:rPr lang="pt-BR" dirty="0"/>
              <a:t>(lista)</a:t>
            </a:r>
          </a:p>
          <a:p>
            <a:endParaRPr lang="pt-BR" dirty="0"/>
          </a:p>
          <a:p>
            <a:r>
              <a:rPr lang="pt-BR" dirty="0"/>
              <a:t>    # laço principal</a:t>
            </a:r>
          </a:p>
          <a:p>
            <a:r>
              <a:rPr lang="pt-BR" dirty="0"/>
              <a:t>    for i in range(n):</a:t>
            </a:r>
          </a:p>
          <a:p>
            <a:r>
              <a:rPr lang="pt-BR" dirty="0"/>
              <a:t>        </a:t>
            </a:r>
            <a:r>
              <a:rPr lang="pt-BR" dirty="0" err="1"/>
              <a:t>menor_indice</a:t>
            </a:r>
            <a:r>
              <a:rPr lang="pt-BR" dirty="0"/>
              <a:t> = i</a:t>
            </a:r>
          </a:p>
          <a:p>
            <a:r>
              <a:rPr lang="pt-BR" dirty="0"/>
              <a:t>        print(</a:t>
            </a:r>
            <a:r>
              <a:rPr lang="pt-BR" dirty="0" err="1"/>
              <a:t>f"Menor</a:t>
            </a:r>
            <a:r>
              <a:rPr lang="pt-BR" dirty="0"/>
              <a:t> </a:t>
            </a:r>
            <a:r>
              <a:rPr lang="pt-BR" dirty="0" err="1"/>
              <a:t>indice</a:t>
            </a:r>
            <a:r>
              <a:rPr lang="pt-BR" dirty="0"/>
              <a:t>: {</a:t>
            </a:r>
            <a:r>
              <a:rPr lang="pt-BR" dirty="0" err="1"/>
              <a:t>menor_indice</a:t>
            </a:r>
            <a:r>
              <a:rPr lang="pt-BR" dirty="0"/>
              <a:t>}")</a:t>
            </a:r>
          </a:p>
          <a:p>
            <a:endParaRPr lang="pt-BR" dirty="0"/>
          </a:p>
          <a:p>
            <a:r>
              <a:rPr lang="pt-BR" dirty="0"/>
              <a:t>       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9AA35F6-73CA-9814-DD90-F5703EF3F317}"/>
              </a:ext>
            </a:extLst>
          </p:cNvPr>
          <p:cNvSpPr txBox="1"/>
          <p:nvPr/>
        </p:nvSpPr>
        <p:spPr>
          <a:xfrm>
            <a:off x="5739653" y="2583929"/>
            <a:ext cx="61004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# busca do menor valor</a:t>
            </a:r>
          </a:p>
          <a:p>
            <a:r>
              <a:rPr lang="pt-BR" dirty="0"/>
              <a:t>        for j in range(i+1, n):</a:t>
            </a:r>
          </a:p>
          <a:p>
            <a:r>
              <a:rPr lang="pt-BR" dirty="0"/>
              <a:t>            print(</a:t>
            </a:r>
            <a:r>
              <a:rPr lang="pt-BR" dirty="0" err="1"/>
              <a:t>f"Valor</a:t>
            </a:r>
            <a:r>
              <a:rPr lang="pt-BR" dirty="0"/>
              <a:t> de I: {i}")</a:t>
            </a:r>
          </a:p>
          <a:p>
            <a:r>
              <a:rPr lang="pt-BR" dirty="0"/>
              <a:t>            print(</a:t>
            </a:r>
            <a:r>
              <a:rPr lang="pt-BR" dirty="0" err="1"/>
              <a:t>f"Valor</a:t>
            </a:r>
            <a:r>
              <a:rPr lang="pt-BR" dirty="0"/>
              <a:t> de J: {j}")</a:t>
            </a:r>
          </a:p>
          <a:p>
            <a:endParaRPr lang="pt-BR" dirty="0"/>
          </a:p>
          <a:p>
            <a:r>
              <a:rPr lang="pt-BR" dirty="0"/>
              <a:t>            </a:t>
            </a:r>
            <a:r>
              <a:rPr lang="pt-BR" dirty="0" err="1"/>
              <a:t>if</a:t>
            </a:r>
            <a:r>
              <a:rPr lang="pt-BR" dirty="0"/>
              <a:t> lista[j] &lt; lista[</a:t>
            </a:r>
            <a:r>
              <a:rPr lang="pt-BR" dirty="0" err="1"/>
              <a:t>menor_indice</a:t>
            </a:r>
            <a:r>
              <a:rPr lang="pt-BR" dirty="0"/>
              <a:t>]:</a:t>
            </a:r>
          </a:p>
          <a:p>
            <a:r>
              <a:rPr lang="pt-BR" dirty="0"/>
              <a:t>                print(f"{lista[j]} menor {lista[</a:t>
            </a:r>
            <a:r>
              <a:rPr lang="pt-BR" dirty="0" err="1"/>
              <a:t>menor_indice</a:t>
            </a:r>
            <a:r>
              <a:rPr lang="pt-BR" dirty="0"/>
              <a:t>]}")</a:t>
            </a:r>
          </a:p>
          <a:p>
            <a:r>
              <a:rPr lang="pt-BR" dirty="0"/>
              <a:t>                </a:t>
            </a:r>
            <a:r>
              <a:rPr lang="pt-BR" dirty="0" err="1"/>
              <a:t>menor_indice</a:t>
            </a:r>
            <a:r>
              <a:rPr lang="pt-BR" dirty="0"/>
              <a:t> = j</a:t>
            </a:r>
          </a:p>
          <a:p>
            <a:r>
              <a:rPr lang="pt-BR" dirty="0"/>
              <a:t>                print(</a:t>
            </a:r>
            <a:r>
              <a:rPr lang="pt-BR" dirty="0" err="1"/>
              <a:t>f"menor_indice</a:t>
            </a:r>
            <a:r>
              <a:rPr lang="pt-BR" dirty="0"/>
              <a:t>: {</a:t>
            </a:r>
            <a:r>
              <a:rPr lang="pt-BR" dirty="0" err="1"/>
              <a:t>menor_indice</a:t>
            </a:r>
            <a:r>
              <a:rPr lang="pt-BR" dirty="0"/>
              <a:t>}")</a:t>
            </a:r>
          </a:p>
          <a:p>
            <a:endParaRPr lang="pt-BR" dirty="0"/>
          </a:p>
          <a:p>
            <a:r>
              <a:rPr lang="pt-BR" dirty="0"/>
              <a:t>        # troca dos valores</a:t>
            </a:r>
          </a:p>
          <a:p>
            <a:r>
              <a:rPr lang="pt-BR" dirty="0"/>
              <a:t>        lista[i], lista[</a:t>
            </a:r>
            <a:r>
              <a:rPr lang="pt-BR" dirty="0" err="1"/>
              <a:t>menor_indice</a:t>
            </a:r>
            <a:r>
              <a:rPr lang="pt-BR" dirty="0"/>
              <a:t>] = lista[</a:t>
            </a:r>
            <a:r>
              <a:rPr lang="pt-BR" dirty="0" err="1"/>
              <a:t>menor_indice</a:t>
            </a:r>
            <a:r>
              <a:rPr lang="pt-BR" dirty="0"/>
              <a:t>], lista[i]</a:t>
            </a:r>
          </a:p>
          <a:p>
            <a:r>
              <a:rPr lang="pt-BR" dirty="0"/>
              <a:t>        print(</a:t>
            </a:r>
            <a:r>
              <a:rPr lang="pt-BR" dirty="0" err="1"/>
              <a:t>f"Lista</a:t>
            </a:r>
            <a:r>
              <a:rPr lang="pt-BR" dirty="0"/>
              <a:t> alterada: {lista}")</a:t>
            </a:r>
          </a:p>
        </p:txBody>
      </p:sp>
    </p:spTree>
    <p:extLst>
      <p:ext uri="{BB962C8B-B14F-4D97-AF65-F5344CB8AC3E}">
        <p14:creationId xmlns:p14="http://schemas.microsoft.com/office/powerpoint/2010/main" val="3690104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B02DC-F108-467E-1F37-785100EF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 em Python - Uso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5D73D1-77A7-3EAE-6B48-63E6F6782914}"/>
              </a:ext>
            </a:extLst>
          </p:cNvPr>
          <p:cNvSpPr txBox="1"/>
          <p:nvPr/>
        </p:nvSpPr>
        <p:spPr>
          <a:xfrm>
            <a:off x="3045758" y="3429000"/>
            <a:ext cx="61004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if</a:t>
            </a:r>
            <a:r>
              <a:rPr lang="pt-BR" dirty="0"/>
              <a:t> __</a:t>
            </a:r>
            <a:r>
              <a:rPr lang="pt-BR" dirty="0" err="1"/>
              <a:t>name</a:t>
            </a:r>
            <a:r>
              <a:rPr lang="pt-BR" dirty="0"/>
              <a:t>__ == "__</a:t>
            </a:r>
            <a:r>
              <a:rPr lang="pt-BR" dirty="0" err="1"/>
              <a:t>main</a:t>
            </a:r>
            <a:r>
              <a:rPr lang="pt-BR" dirty="0"/>
              <a:t>__":</a:t>
            </a:r>
          </a:p>
          <a:p>
            <a:r>
              <a:rPr lang="pt-BR" dirty="0"/>
              <a:t>    lista = [5, 3, 8, 1, 2]</a:t>
            </a:r>
          </a:p>
          <a:p>
            <a:endParaRPr lang="pt-BR" dirty="0"/>
          </a:p>
          <a:p>
            <a:r>
              <a:rPr lang="pt-BR" dirty="0"/>
              <a:t>    print("Lista Desordenada.")</a:t>
            </a:r>
          </a:p>
          <a:p>
            <a:r>
              <a:rPr lang="pt-BR" dirty="0"/>
              <a:t>    print(lista)</a:t>
            </a:r>
          </a:p>
          <a:p>
            <a:endParaRPr lang="pt-BR" dirty="0"/>
          </a:p>
          <a:p>
            <a:r>
              <a:rPr lang="pt-BR" dirty="0"/>
              <a:t>    </a:t>
            </a:r>
            <a:r>
              <a:rPr lang="pt-BR" dirty="0" err="1"/>
              <a:t>selection_sort</a:t>
            </a:r>
            <a:r>
              <a:rPr lang="pt-BR" dirty="0"/>
              <a:t>(lista)</a:t>
            </a:r>
          </a:p>
        </p:txBody>
      </p:sp>
    </p:spTree>
    <p:extLst>
      <p:ext uri="{BB962C8B-B14F-4D97-AF65-F5344CB8AC3E}">
        <p14:creationId xmlns:p14="http://schemas.microsoft.com/office/powerpoint/2010/main" val="3215773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B02DC-F108-467E-1F37-785100EF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 Código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B81988E-D659-2133-1BB7-2C18242178C0}"/>
              </a:ext>
            </a:extLst>
          </p:cNvPr>
          <p:cNvSpPr txBox="1"/>
          <p:nvPr/>
        </p:nvSpPr>
        <p:spPr>
          <a:xfrm>
            <a:off x="486335" y="2505670"/>
            <a:ext cx="61004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len</a:t>
            </a:r>
            <a:r>
              <a:rPr lang="pt-BR" dirty="0"/>
              <a:t>(lista) → obtém o tamanho da lista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 i in range(n) → percorre cada posição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menor_indice</a:t>
            </a:r>
            <a:r>
              <a:rPr lang="pt-BR" dirty="0"/>
              <a:t> = i → assume que o menor é o atual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24E6C3C-AC51-968C-0023-9EC32D668733}"/>
              </a:ext>
            </a:extLst>
          </p:cNvPr>
          <p:cNvSpPr txBox="1"/>
          <p:nvPr/>
        </p:nvSpPr>
        <p:spPr>
          <a:xfrm>
            <a:off x="486335" y="3734272"/>
            <a:ext cx="6100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Loop interno: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 j in range(i+1, n) → percorre o restante da lista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Compara os valores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Atualiza o índice do menor elemento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36854BB-E398-ED5E-7515-A3FEFCEEFD2E}"/>
              </a:ext>
            </a:extLst>
          </p:cNvPr>
          <p:cNvSpPr txBox="1"/>
          <p:nvPr/>
        </p:nvSpPr>
        <p:spPr>
          <a:xfrm>
            <a:off x="486335" y="5210483"/>
            <a:ext cx="84335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Troca</a:t>
            </a:r>
            <a:r>
              <a:rPr lang="pt-BR" dirty="0"/>
              <a:t>:</a:t>
            </a:r>
          </a:p>
          <a:p>
            <a:r>
              <a:rPr lang="pt-BR" dirty="0"/>
              <a:t>```</a:t>
            </a:r>
            <a:r>
              <a:rPr lang="pt-BR" dirty="0" err="1"/>
              <a:t>python</a:t>
            </a:r>
            <a:endParaRPr lang="pt-BR" dirty="0"/>
          </a:p>
          <a:p>
            <a:r>
              <a:rPr lang="pt-BR" dirty="0"/>
              <a:t>lista[i], lista[</a:t>
            </a:r>
            <a:r>
              <a:rPr lang="pt-BR" dirty="0" err="1"/>
              <a:t>menor_indice</a:t>
            </a:r>
            <a:r>
              <a:rPr lang="pt-BR" dirty="0"/>
              <a:t>] = lista[</a:t>
            </a:r>
            <a:r>
              <a:rPr lang="pt-BR" dirty="0" err="1"/>
              <a:t>menor_indice</a:t>
            </a:r>
            <a:r>
              <a:rPr lang="pt-BR" dirty="0"/>
              <a:t>], lista[i]</a:t>
            </a:r>
          </a:p>
          <a:p>
            <a:r>
              <a:rPr lang="pt-BR" dirty="0"/>
              <a:t>```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2B50972-B0A2-2DCB-68C7-0682B81C3543}"/>
              </a:ext>
            </a:extLst>
          </p:cNvPr>
          <p:cNvSpPr txBox="1"/>
          <p:nvPr/>
        </p:nvSpPr>
        <p:spPr>
          <a:xfrm>
            <a:off x="486335" y="6317362"/>
            <a:ext cx="61004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Coloca o menor valor na posição correta</a:t>
            </a:r>
          </a:p>
        </p:txBody>
      </p:sp>
    </p:spTree>
    <p:extLst>
      <p:ext uri="{BB962C8B-B14F-4D97-AF65-F5344CB8AC3E}">
        <p14:creationId xmlns:p14="http://schemas.microsoft.com/office/powerpoint/2010/main" val="24377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B02DC-F108-467E-1F37-785100EF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Complexidade de Tempo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E3C10F04-691C-E05C-5841-FB30834B2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015065"/>
              </p:ext>
            </p:extLst>
          </p:nvPr>
        </p:nvGraphicFramePr>
        <p:xfrm>
          <a:off x="2031999" y="2673971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2444037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60197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Complexidade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09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Melhor caso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O(n²)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168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Caso 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O(n²)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379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Pior caso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O(n²)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274144"/>
                  </a:ext>
                </a:extLst>
              </a:tr>
            </a:tbl>
          </a:graphicData>
        </a:graphic>
      </p:graphicFrame>
      <p:sp>
        <p:nvSpPr>
          <p:cNvPr id="15" name="CaixaDeTexto 14">
            <a:extLst>
              <a:ext uri="{FF2B5EF4-FFF2-40B4-BE49-F238E27FC236}">
                <a16:creationId xmlns:a16="http://schemas.microsoft.com/office/drawing/2014/main" id="{240C106F-535E-6DAD-87FD-4BE752EC29DB}"/>
              </a:ext>
            </a:extLst>
          </p:cNvPr>
          <p:cNvSpPr txBox="1"/>
          <p:nvPr/>
        </p:nvSpPr>
        <p:spPr>
          <a:xfrm>
            <a:off x="2031998" y="4441576"/>
            <a:ext cx="8259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algoritmo sempre percorre toda a lista, independente da ordem inicial.</a:t>
            </a:r>
          </a:p>
        </p:txBody>
      </p:sp>
    </p:spTree>
    <p:extLst>
      <p:ext uri="{BB962C8B-B14F-4D97-AF65-F5344CB8AC3E}">
        <p14:creationId xmlns:p14="http://schemas.microsoft.com/office/powerpoint/2010/main" val="2316738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B02DC-F108-467E-1F37-785100EF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Vantagens, Limitações e Quando Usar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D32F9950-4B02-6407-544E-34EFFDF1A670}"/>
              </a:ext>
            </a:extLst>
          </p:cNvPr>
          <p:cNvSpPr txBox="1">
            <a:spLocks/>
          </p:cNvSpPr>
          <p:nvPr/>
        </p:nvSpPr>
        <p:spPr>
          <a:xfrm>
            <a:off x="810001" y="2854984"/>
            <a:ext cx="3762000" cy="36365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b="1" dirty="0"/>
              <a:t>Vantagens</a:t>
            </a:r>
            <a:endParaRPr lang="pt-BR" b="1" dirty="0"/>
          </a:p>
          <a:p>
            <a:r>
              <a:rPr lang="pt-BR" b="1" dirty="0"/>
              <a:t>Simples de entender  </a:t>
            </a:r>
          </a:p>
          <a:p>
            <a:r>
              <a:rPr lang="pt-BR" b="1" dirty="0"/>
              <a:t>Fácil de implementar  </a:t>
            </a:r>
          </a:p>
          <a:p>
            <a:r>
              <a:rPr lang="pt-BR" b="1" dirty="0"/>
              <a:t>Poucas trocas de elementos  </a:t>
            </a:r>
          </a:p>
          <a:p>
            <a:r>
              <a:rPr lang="pt-BR" b="1" dirty="0"/>
              <a:t>Baixo uso de memória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ADC736-FBB1-6772-A573-F3DD919DEEC0}"/>
              </a:ext>
            </a:extLst>
          </p:cNvPr>
          <p:cNvSpPr txBox="1">
            <a:spLocks/>
          </p:cNvSpPr>
          <p:nvPr/>
        </p:nvSpPr>
        <p:spPr>
          <a:xfrm>
            <a:off x="4840941" y="2912980"/>
            <a:ext cx="3388659" cy="36365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b="1" dirty="0"/>
              <a:t>Limitações</a:t>
            </a:r>
            <a:endParaRPr lang="pt-BR" b="1" dirty="0"/>
          </a:p>
          <a:p>
            <a:r>
              <a:rPr lang="pt-BR" b="1" dirty="0"/>
              <a:t>Ineficiente para listas grandes  </a:t>
            </a:r>
          </a:p>
          <a:p>
            <a:r>
              <a:rPr lang="pt-BR" b="1" dirty="0"/>
              <a:t>Complexidade alta (O(n²))  </a:t>
            </a:r>
          </a:p>
          <a:p>
            <a:r>
              <a:rPr lang="pt-BR" b="1" dirty="0"/>
              <a:t>Não aproveita lista já ordenada</a:t>
            </a:r>
            <a:endParaRPr lang="pt-BR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9E1B3E39-5C74-94A4-58DA-18BE69AFBA19}"/>
              </a:ext>
            </a:extLst>
          </p:cNvPr>
          <p:cNvSpPr txBox="1">
            <a:spLocks/>
          </p:cNvSpPr>
          <p:nvPr/>
        </p:nvSpPr>
        <p:spPr>
          <a:xfrm>
            <a:off x="8561293" y="2912980"/>
            <a:ext cx="3388659" cy="36365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b="1" dirty="0"/>
              <a:t>Quando usar</a:t>
            </a:r>
            <a:endParaRPr lang="pt-BR" b="1" dirty="0"/>
          </a:p>
          <a:p>
            <a:r>
              <a:rPr lang="pt-BR" b="1" dirty="0"/>
              <a:t>Para aprendizado de algoritmos  </a:t>
            </a:r>
          </a:p>
          <a:p>
            <a:r>
              <a:rPr lang="pt-BR" b="1" dirty="0"/>
              <a:t>Listas pequenas  </a:t>
            </a:r>
          </a:p>
          <a:p>
            <a:r>
              <a:rPr lang="pt-BR" b="1" dirty="0"/>
              <a:t>Situações onde o número de trocas precisa ser reduzido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007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B02DC-F108-467E-1F37-785100EF9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D32F9950-4B02-6407-544E-34EFFDF1A670}"/>
              </a:ext>
            </a:extLst>
          </p:cNvPr>
          <p:cNvSpPr txBox="1">
            <a:spLocks/>
          </p:cNvSpPr>
          <p:nvPr/>
        </p:nvSpPr>
        <p:spPr>
          <a:xfrm>
            <a:off x="810000" y="2854984"/>
            <a:ext cx="4281892" cy="36365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CA5C75-F72D-8302-10AD-0D3ED98476C4}"/>
              </a:ext>
            </a:extLst>
          </p:cNvPr>
          <p:cNvSpPr txBox="1"/>
          <p:nvPr/>
        </p:nvSpPr>
        <p:spPr>
          <a:xfrm>
            <a:off x="810000" y="2740096"/>
            <a:ext cx="107186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</a:t>
            </a:r>
            <a:r>
              <a:rPr lang="pt-BR" dirty="0" err="1"/>
              <a:t>Selection</a:t>
            </a:r>
            <a:r>
              <a:rPr lang="pt-BR" dirty="0"/>
              <a:t> </a:t>
            </a:r>
            <a:r>
              <a:rPr lang="pt-BR" dirty="0" err="1"/>
              <a:t>Sort</a:t>
            </a:r>
            <a:r>
              <a:rPr lang="pt-BR" dirty="0"/>
              <a:t> é um algoritmo de ordenação simples e didático, ideal para aprendizado.</a:t>
            </a:r>
          </a:p>
          <a:p>
            <a:endParaRPr lang="pt-BR" dirty="0"/>
          </a:p>
          <a:p>
            <a:r>
              <a:rPr lang="pt-BR" dirty="0"/>
              <a:t>Apesar de sua facilidade de implementação, ele não é recomendado para grandes volumes de dados devido à sua baixa eficiência.</a:t>
            </a:r>
          </a:p>
        </p:txBody>
      </p:sp>
    </p:spTree>
    <p:extLst>
      <p:ext uri="{BB962C8B-B14F-4D97-AF65-F5344CB8AC3E}">
        <p14:creationId xmlns:p14="http://schemas.microsoft.com/office/powerpoint/2010/main" val="42358594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ável">
  <a:themeElements>
    <a:clrScheme name="Citável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Citável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itáv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Citável</Template>
  <TotalTime>41</TotalTime>
  <Words>668</Words>
  <Application>Microsoft Office PowerPoint</Application>
  <PresentationFormat>Widescreen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2</vt:lpstr>
      <vt:lpstr>Citável</vt:lpstr>
      <vt:lpstr>Selection Sort - Ordenação por Seleção</vt:lpstr>
      <vt:lpstr>Ideia Geral</vt:lpstr>
      <vt:lpstr>Funcionamento</vt:lpstr>
      <vt:lpstr>Passo a Passo - Lista inicial [5, 3, 8, 1, 2]</vt:lpstr>
      <vt:lpstr>Passo a Passo - Lista inicial [5, 3, 8, 1, 2]</vt:lpstr>
      <vt:lpstr>Implementação em Python - Função</vt:lpstr>
      <vt:lpstr>Implementação em Python - Uso</vt:lpstr>
      <vt:lpstr>Explicação do Código</vt:lpstr>
      <vt:lpstr>Complexidade de Tempo</vt:lpstr>
      <vt:lpstr>Vantagens, Limitações e Quando Usar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Danton Rodrigues</dc:creator>
  <cp:lastModifiedBy>DANTON DE CAMPOS RODRIGUES</cp:lastModifiedBy>
  <cp:revision>5</cp:revision>
  <dcterms:created xsi:type="dcterms:W3CDTF">2026-05-10T13:41:07Z</dcterms:created>
  <dcterms:modified xsi:type="dcterms:W3CDTF">2026-05-11T22:39:49Z</dcterms:modified>
</cp:coreProperties>
</file>